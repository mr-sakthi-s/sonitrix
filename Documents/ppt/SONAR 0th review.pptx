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D818-8441-087C-EA5E-B4B1996FB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76B9D-BFB6-2123-7A89-33929EA3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4FEA2-CB6B-1070-AFC5-B6601DEF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D34C3-E0D7-9FE4-A2DB-3CDB3717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B2D0C-9894-19FC-D057-4EE1359D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78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7D32-74CB-389A-D47A-889E5BD6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B5AE-FB88-0B6B-F3F1-8B7CC3D8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1C769-423A-34AE-A875-B02FB71D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BD234-3D35-FDF2-6CBE-4EF82309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24E7-5E03-F370-CC7D-4DA8DE3B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65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3F65-47A5-AB9F-C941-F33DB77C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5344C-CB9E-D0B5-3E24-559DEB291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FCB90-4723-6DFE-F597-503B7912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F631-C893-29F7-82A1-8E107E7B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D18A-FC8A-62EE-D434-3F322B1E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95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C7B6-DE27-C8FF-443D-EABC402A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0D41-D3E1-DCFE-C52D-9820D14C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14FDA-D8EA-F400-6039-0EBA27EE5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F46FB-FEC0-4096-A20A-DB052F34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9BADF-3451-864D-6C85-C1DA6DC54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93615-93AC-8E6B-C0AB-57CB5B8F8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10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A31F-21D0-15BA-961E-236BDFE7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53B0E-3205-4900-7B65-E6253F820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7A83F-7F83-FE7A-8BF5-ADDD206C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D8484-8DF3-9897-2F60-55D00A337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8FC65-D4B5-9175-B5AD-4B445B66B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A99A4-4A19-781D-1BE4-1760F385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1D7C14-3B3A-08E2-1A1D-7D90AE6B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09082-E5FB-7A73-95B1-3D87934E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1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555D-49A3-AFA8-AC27-11A744B6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E25D5-DD64-2E02-C96F-66AD0000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27B60-941A-E3EE-2881-53B88585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B0C23-438B-E5C9-E417-7F7B55C6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4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FAAAB-2F1E-DFAD-A132-2E028926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8FE3F-C037-EB92-97DC-0A5770FF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474C4-A4DA-12B7-4725-E573F05A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8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1095-A6D6-5F7C-B51D-FCDF3B76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3A43F-5F98-CCE1-38BA-0BD534ED9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FB365-3E97-A123-0628-BD496C5C1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8B392-F85A-FCF3-CD16-2B2D281F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DF83D-621B-BF8F-2472-E0C8138D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D98A9-7292-94C7-0F50-44FA463E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61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1579-521A-98B2-8C54-64EFBE24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F5510-ACC0-F27A-6B89-833F4C47C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5E31C-1E35-B281-8A74-2EA407E59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2CB4B-4749-D98E-4842-EB822CC1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8F92-1AA0-4E68-1809-E6F49EB7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A913F-DA5B-8645-59F7-FC138800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72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56734-616D-4EB8-A2C5-2E999161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AC527-595E-B569-7A04-AE88B4D52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BBAA-4CED-0C6E-7860-E697F505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6F70-715C-310D-E814-D755BDD8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B7F0A-180F-CB54-93B0-32EFDBAF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5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70A43-9ACE-A3A7-9375-62B616D09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B90F-04F2-C1CF-0B87-DC9ABE146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B3F98-89AB-639E-76E4-1324C0EC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3A5AF-C18B-1BAC-C39D-0D9DCDE0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A543F-99E1-4B3A-9C56-F85EED2D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23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B1CE1-A84B-527F-03D5-FB1983F5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771FE-F966-267A-03F6-6AD085360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1505C-2A84-4E6A-03A1-BDED01E4D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F80E1-AE01-420F-9876-4639ED93B176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53832-2758-F934-6480-A8527ECC1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EA5E-4DC3-D040-C8E4-DA2AE1C9C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DEB4C-7C2D-4114-9D8F-EEB57C974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6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arrow pointing up to a staircase&#10;&#10;AI-generated content may be incorrect.">
            <a:extLst>
              <a:ext uri="{FF2B5EF4-FFF2-40B4-BE49-F238E27FC236}">
                <a16:creationId xmlns:a16="http://schemas.microsoft.com/office/drawing/2014/main" id="{796BE911-DE06-AA27-29C7-5CA06ED9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0037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E906E-C9D3-5BE5-E3E1-04054176999C}"/>
              </a:ext>
            </a:extLst>
          </p:cNvPr>
          <p:cNvSpPr txBox="1"/>
          <p:nvPr/>
        </p:nvSpPr>
        <p:spPr>
          <a:xfrm>
            <a:off x="3000376" y="1093095"/>
            <a:ext cx="91916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SONAR SYSTEM</a:t>
            </a:r>
            <a:endParaRPr lang="en-IN" sz="3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5AD2D-E034-A3A8-6126-7FBF4103EEA1}"/>
              </a:ext>
            </a:extLst>
          </p:cNvPr>
          <p:cNvSpPr txBox="1"/>
          <p:nvPr/>
        </p:nvSpPr>
        <p:spPr>
          <a:xfrm>
            <a:off x="7806814" y="2944495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SAKTHIMURUGAN 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MUGUNTHANBALAJI B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BABUGANESH 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CAF5F7-FCAE-1360-0D3A-1D50B7D56087}"/>
              </a:ext>
            </a:extLst>
          </p:cNvPr>
          <p:cNvSpPr txBox="1"/>
          <p:nvPr/>
        </p:nvSpPr>
        <p:spPr>
          <a:xfrm>
            <a:off x="7806814" y="506115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K.SATHISH</a:t>
            </a:r>
          </a:p>
        </p:txBody>
      </p:sp>
    </p:spTree>
    <p:extLst>
      <p:ext uri="{BB962C8B-B14F-4D97-AF65-F5344CB8AC3E}">
        <p14:creationId xmlns:p14="http://schemas.microsoft.com/office/powerpoint/2010/main" val="98983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5813-570C-FC4D-7419-2592CA4B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3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7DA0-4DBA-3FD7-4E69-CF79C913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343" y="1595926"/>
            <a:ext cx="6250857" cy="414611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intelligent SONAR-based prototype using ultrasonic sensing and machine learning to enhance basic object detection with behavioral analysis. The system continuously collects real-time ultrasonic data using an Arduino-based setup and analyzes variations in the reflected signals over time. Based on these patterns, the system performs a simple behavior-level classification and reports detection results with confidence awareness. A voice-based assistant is integrated to provide real-time audio updates, reducing the need for continuous visual monitoring. The proposed prototype demonstrates how low-cost ultrasonic sensors can be combined with decision support, and voice reporting to support monitoring and surveillance tasks in controlled, short-range environments.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10362-C0B6-3A91-20BA-6AB509015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961" y="1595925"/>
            <a:ext cx="3839497" cy="414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21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DC6F-26FE-5672-0C74-C07A0EB0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3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&amp; Drawbacks</a:t>
            </a:r>
            <a:endParaRPr lang="en-IN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6D3B90-04AC-F34D-A4E7-4FD840F5433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7856" y="1906359"/>
            <a:ext cx="953729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ultrasonic and basic SONAR systems are primarily used for object detection and distance measurement.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typically indicate only the presence of an object, without providing additional behavioral insight.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of detected objects often relies on continuous human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low-cost systems lack built-in intelligence for automated analysis and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advanced SONAR systems are physically large, heavy, and require higher power, making them unsuitable for small boats and compact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small vessels often rely on basic sensing systems without intelligent reporting or alerts.</a:t>
            </a:r>
          </a:p>
        </p:txBody>
      </p:sp>
    </p:spTree>
    <p:extLst>
      <p:ext uri="{BB962C8B-B14F-4D97-AF65-F5344CB8AC3E}">
        <p14:creationId xmlns:p14="http://schemas.microsoft.com/office/powerpoint/2010/main" val="228233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CD5A-8A2F-2AD8-85A4-E5698EF7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134CB-4CC1-FF06-09F8-BF22C68FC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04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Setup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Ultrasonic sensors , servo motor and an Arduino are used to detect nearby objects.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Collection &amp; Model Training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Collect real-time data from sensors. The collected data is processed and used to train a machine learning model to classify object behavior.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 Voice Assistant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system provides real-time voice alerts to report detected object behavior.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UI Integration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Interactive user interface displays live detection ,classification results with Voice assistant.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3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328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ABSTRACT</vt:lpstr>
      <vt:lpstr>Existing Systems &amp; Drawbacks</vt:lpstr>
      <vt:lpstr>Module description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 murugan</dc:creator>
  <cp:lastModifiedBy>sakthi murugan</cp:lastModifiedBy>
  <cp:revision>7</cp:revision>
  <dcterms:created xsi:type="dcterms:W3CDTF">2025-12-28T18:28:55Z</dcterms:created>
  <dcterms:modified xsi:type="dcterms:W3CDTF">2025-12-29T16:13:29Z</dcterms:modified>
</cp:coreProperties>
</file>